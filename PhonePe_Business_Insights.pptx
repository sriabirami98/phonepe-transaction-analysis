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PhonePe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9FF"/>
                </a:solidFill>
              </a:defRPr>
            </a:pPr>
            <a:r>
              <a:t>Data-Driven Analysis of Transactions, Users &amp; Insurance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Use Case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9FF"/>
                </a:solidFill>
              </a:defRPr>
            </a:pPr>
            <a:r>
              <a:t>Transaction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Top 10 States by Transaction Amount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telangana leads with ₹4165595.56 Crores in total transactions, showing strong digital payment adoption.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telangana: ₹4165595.56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karnataka: ₹4067872.18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maharashtra: ₹4037419.57 Cr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Top 10 States by Transaction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maharashtra has the highest transaction volume with 3198.52 Crore transactions, indicating widespread usage.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maharashtra: 3198.52 Cr transactions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karnataka: 3097.09 Cr transactions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telangana: 2617.47 Cr transactions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Transaction Type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Peer-to-peer payments is the most popular payment method with ₹26652735.90 Crores, showing user preference.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Peer-to-peer payments: ₹26652735.90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Merchant payments: ₹6533987.71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Recharge &amp; bill payments: ₹1333875.94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Others: ₹17428.07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Financial Services: ₹14201.88 Cr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Top 10 Districts by Transaction Amount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bengaluru urban district in karnataka leads district-level transactions, showing concentrated economic activity.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bengaluru urban district, karnataka: ₹1993784.16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hyderabad district, telangana: ₹1190693.70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pune district, maharashtra: ₹973021.78 Cr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Yearly Transaction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Transactions grew by 7886.5% from 2018.0 to 2024.0, showing strong digital payment growth.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2018.0: ₹162304.54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2019.0: ₹627668.81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2020.0: ₹1464116.20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2021.0: ₹3459869.97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2022.0: ₹6426633.29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2023.0: ₹9449181.34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2024.0: ₹12962455.33 Cr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Recent Transaction Type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Latest quarter shows Peer-to-peer payments leading with ₹2663386.69 Cr.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Peer-to-peer payments (Q4 2024): ₹2663386.69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Merchant payments (Q4 2024): ₹808142.96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Recharge &amp; bill payments (Q4 2024): ₹125597.27 Cr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State-wise Pincode Transaction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telangana leads in pincode-level transactions with ₹1088543.31 Cr.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telangana: ₹1088543.31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karnataka: ₹735224.76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maharashtra: ₹684473.50 Cr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Top Pincodes by Transaction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Pincode 500001 in telangana has highest transaction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500001, telangana: ₹293098.17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500034, telangana: ₹277774.70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560001, karnataka: ₹215196.71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110006, delhi: ₹189072.67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411004, maharashtra: ₹180076.20 Cr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Quarterly Transaction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Q4.0 2024.0 recorded ₹3599880.09 Cr in transactions.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Q4.0 2024.0: ₹3599880.09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Q3.0 2024.0: ₹3234696.76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Q2.0 2024.0: ₹3182035.09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Q1.0 2024.0: ₹2945843.39 Cr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Use Case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9FF"/>
                </a:solidFill>
              </a:defRPr>
            </a:pPr>
            <a:r>
              <a:t>Device Dominance &amp; User Engagement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Top 10 Mobile Brands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Xiaomi dominates with 86.96 Crore users, showing market preference.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Xiaomi: 86.96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Samsung: 67.16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Vivo: 62.54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Oppo: 42.03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Others: 28.30 Cr users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App Engagement Ratio by District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south west khasi hills district has highest engagement ratio of 1783.16, showing active user base.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south west khasi hills district: 1783.16 ratio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pakke kessang district: 1599.93 ratio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noklak district: 1544.07 ratio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eastern west khasi hills district: 1477.42 ratio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shi yomi district: 1137.47 ratio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Top 10 Districts by Registered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bengaluru urban district in karnataka leads with 30.37 Cr registered users.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bengaluru urban district, karnataka: 30.37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pune district, maharashtra: 19.93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thane district, maharashtra: 12.25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jaipur district, rajasthan: 11.97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mumbai suburban district, maharashtra: 11.90 Cr users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Quarter-wise App Engagement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Q4.0 2024.0 shows engagement ratio of 68.88, indicating user activity trends.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Q4.0 2024.0: 68.88 ratio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Q3.0 2024.0: 67.13 ratio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Q2.0 2024.0: 64.34 ratio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Q1.0 2024.0: 61.55 ratio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Use Case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9FF"/>
                </a:solidFill>
              </a:defRPr>
            </a:pPr>
            <a:r>
              <a:t>Insurance Engagement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Top 10 States by Insurance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karnataka leads insurance adoption with 0.20 Cr policies.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karnataka: 0.20 Cr policies, ₹274.32 Cr premium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maharashtra: 0.18 Cr policies, ₹236.31 Cr premium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tamil-nadu: 0.12 Cr policies, ₹155.55 Cr premium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uttar-pradesh: 0.11 Cr policies, ₹174.03 Cr premium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telangana: 0.09 Cr policies, ₹117.11 Cr premium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Yearly Insurance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Insurance policies grew by 542.9% from 2020.0 to 2024.0, showing increasing awareness.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2020.0: 0.08 Cr policies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2021.0: 0.16 Cr policies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2022.0: 0.31 Cr policies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2023.0: 0.40 Cr policies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2024.0: 0.51 Cr policies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Top 10 Insurance Districts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bengaluru urban in karnataka leads with ₹149.20 Cr in premiums.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bengaluru urban, karnataka: ₹149.20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pune, maharashtra: ₹53.40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thane, maharashtra: ₹30.41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rangareddy, telangana: ₹29.74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chennai, tamil-nadu: ₹27.28 Cr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Use Case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9FF"/>
                </a:solidFill>
              </a:defRPr>
            </a:pPr>
            <a:r>
              <a:t>User Registration Analysis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Top 10 States by Registered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maharashtra has 114.01 Cr registered users, showing strong market penetration.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maharashtra: 114.01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uttar-pradesh: 94.23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karnataka: 73.37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andhra-pradesh: 55.67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rajasthan: 55.58 Cr users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Yearly User Registration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User base grew by 663.4% from 2018.0 to 2024.0, showing rapid adoption.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2018.0: 29.28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2019.0: 60.28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2020.0: 92.20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2021.0: 126.98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2022.0: 161.46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2023.0: 192.70 Cr users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2024.0: 223.51 Cr users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Use Case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9FF"/>
                </a:solidFill>
              </a:defRPr>
            </a:pPr>
            <a:r>
              <a:t>Transaction Analysis Across States &amp; Districts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D9FF"/>
                </a:solidFill>
              </a:defRPr>
            </a:pPr>
            <a:r>
              <a:t>Recent State &amp; Quarter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karnataka in Q4 2024 recorded ₹415181.98 Cr.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D9FF"/>
                </a:solidFill>
              </a:defRPr>
            </a:pPr>
            <a:r>
              <a:t>Key Findings: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karnataka (Q4 2024): ₹415181.98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maharashtra (Q4 2024): ₹415102.85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telangana (Q4 2024): ₹385905.05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andhra-pradesh (Q4 2024): ₹345201.56 Cr</a:t>
            </a:r>
          </a:p>
          <a:p>
            <a:pPr>
              <a:spcBef>
                <a:spcPts val="1000"/>
              </a:spcBef>
              <a:defRPr sz="1800">
                <a:solidFill>
                  <a:srgbClr val="FFFFFF"/>
                </a:solidFill>
              </a:defRPr>
            </a:pPr>
            <a:r>
              <a:t>• uttar-pradesh (Q4 2024): ₹321410.65 Cr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B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D9FF"/>
                </a:solidFill>
              </a:defRPr>
            </a:pPr>
            <a:r>
              <a:t>PhonePe - The Beat of Progress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